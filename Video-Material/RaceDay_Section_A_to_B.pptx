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RaceDay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Evidence — Part 1 Walkthrough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A: Entity Relationship Diagram  →  Section B: API Endpoint Plan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PROG6212 · RaceDay Event Management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Video Covers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RaceDay Data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database was planned before any code was written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51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Entities &amp; Relationships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017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Organisers, Participants, Events, Categories, Enrolments, Results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API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ERD into a real set of endpoints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9834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Plan by Feature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303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Profile, Events, Categories, Enrolments, Results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the full data model before writing a single line of code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Entities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in the RaceDay database, and what it represents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92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create and manage events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92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enter races and track results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892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race day — name, date, location, route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133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800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options within an event (5km, 10km...)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617720" y="416052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6177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133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EventEnrolments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800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Participant to a Category they entered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366760" y="416052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3667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4133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800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time and position for one enrolment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Cardinality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six tables connect to each other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37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737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92640" y="189280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92640" y="1892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14400" y="2651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651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92640" y="280720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692640" y="2807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14400" y="35661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566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EventEnrolments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92640" y="372160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692640" y="3721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14400" y="4480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480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44805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EventEnrolments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92640" y="463600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692640" y="4636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14400" y="5394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EventEnrolments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5394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5394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692640" y="555040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692640" y="5550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EventEnrolments Exists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Participant can enter many Categories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can have many Participants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table can reference the other directly — that's a many-to-many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EventEnrolments sits between them and resolves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309360" y="26517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309360" y="2651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66760" y="246888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366760" y="2468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EventEnrolments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40233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30936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3154680"/>
            <a:ext cx="32004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503920" y="3246120"/>
            <a:ext cx="0" cy="77724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09360" y="5257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many-to-many relationship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 Plan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data model into a working set of API routes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Model to API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that can be created, read, updated, or deleted becomes a resource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Organisers / Participants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2148840"/>
            <a:ext cx="9144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52160" y="18288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03504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+ Profile routes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3017520"/>
            <a:ext cx="9144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852160" y="269748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035040" y="2697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/api/events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3886200"/>
            <a:ext cx="9144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52160" y="356616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03504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/api/events/{id}/categories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43484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4434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EventEnrolments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4754880"/>
            <a:ext cx="9144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852160" y="44348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035040" y="4434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/api/enrolments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530352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22960" y="5303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5623560"/>
            <a:ext cx="9144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852160" y="53035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035040" y="5303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/api/results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Profile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points every user needs before anything else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484632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/api/auth/register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as an Organiser or Participant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/api/auth/login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in and start a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/api/profile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the logged-in user's own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/api/profile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the logged-in user's own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Categories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Organisers build these; everyone can browse them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484632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/api/events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upcoming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/api/events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/api/events/{id}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an owned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/api/events/{id}/categories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categories for an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/api/events/{id}/categories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category under an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Enrolments &amp;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participants enter races and see how they did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484632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/api/enrolments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 in a category for an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/api/enrolments/my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my own enrolment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/api/results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a result for an enrolment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/api/events/{id}/results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results for an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/api/participants/{id}/results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 participant's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/ Organiser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 Behind the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routes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470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live under /api/events/{id}/... because they don't exist without an event.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560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 vs 404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898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means it doesn't exist. 403 means it exists but you can't touch it. Both matter.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611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9502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states exactly who is allowed to call it — Public, Participant, or Organiser.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'my' routes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enrolments" and "my results" are separate from the Organiser-facing, event-wide views.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Next: Section 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06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SQL script that builds and seeds this exact schema in SSMS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watching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2026-09-04T18:39:26Z</dcterms:created>
  <dcterms:modified xsi:type="dcterms:W3CDTF">2026-09-04T18:39:26Z</dcterms:modified>
</cp:coreProperties>
</file>